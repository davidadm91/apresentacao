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257" r:id="rId3"/>
    <p:sldId id="260" r:id="rId4"/>
    <p:sldId id="261" r:id="rId5"/>
    <p:sldId id="266" r:id="rId6"/>
    <p:sldId id="265" r:id="rId7"/>
    <p:sldId id="263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23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39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42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649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78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33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579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83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39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5311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837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727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128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804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9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E94BF-B271-44C1-83E0-4EC3F7D7909B}" type="datetimeFigureOut">
              <a:rPr lang="pt-BR" smtClean="0"/>
              <a:t>01/10/2021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A1C5AAF-77CF-4183-BC5D-DCC5BFCE3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48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Apresentação dos </a:t>
            </a:r>
            <a:r>
              <a:rPr lang="pt-BR" b="1" dirty="0" smtClean="0">
                <a:solidFill>
                  <a:schemeClr val="tx1"/>
                </a:solidFill>
              </a:rPr>
              <a:t> </a:t>
            </a:r>
            <a:r>
              <a:rPr lang="pt-BR" b="1" dirty="0">
                <a:solidFill>
                  <a:schemeClr val="tx1"/>
                </a:solidFill>
              </a:rPr>
              <a:t>protótipos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74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tx1"/>
                </a:solidFill>
              </a:rPr>
              <a:t>Protótipos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8" name="Espaço Reservado para Conteúdo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415829"/>
            <a:ext cx="4512000" cy="2538000"/>
          </a:xfr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811" y="2415829"/>
            <a:ext cx="3384000" cy="25380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288" y="2415829"/>
            <a:ext cx="1429200" cy="253683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677334" y="2019993"/>
            <a:ext cx="4512000" cy="3241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DESKTOP</a:t>
            </a:r>
            <a:endParaRPr lang="pt-BR" sz="1600" dirty="0"/>
          </a:p>
        </p:txBody>
      </p:sp>
      <p:sp>
        <p:nvSpPr>
          <p:cNvPr id="17" name="Retângulo 16"/>
          <p:cNvSpPr/>
          <p:nvPr/>
        </p:nvSpPr>
        <p:spPr>
          <a:xfrm>
            <a:off x="5272811" y="2019993"/>
            <a:ext cx="3384000" cy="3241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TABLET</a:t>
            </a:r>
            <a:endParaRPr lang="pt-BR" dirty="0"/>
          </a:p>
        </p:txBody>
      </p:sp>
      <p:sp>
        <p:nvSpPr>
          <p:cNvPr id="18" name="Retângulo 17"/>
          <p:cNvSpPr/>
          <p:nvPr/>
        </p:nvSpPr>
        <p:spPr>
          <a:xfrm>
            <a:off x="8788288" y="2019993"/>
            <a:ext cx="1429200" cy="3241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SMARTPHONE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6168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A</a:t>
            </a:r>
            <a:r>
              <a:rPr lang="pt-BR" b="1" dirty="0" smtClean="0">
                <a:solidFill>
                  <a:schemeClr val="tx1"/>
                </a:solidFill>
              </a:rPr>
              <a:t>tende </a:t>
            </a:r>
            <a:r>
              <a:rPr lang="pt-BR" b="1" dirty="0">
                <a:solidFill>
                  <a:schemeClr val="tx1"/>
                </a:solidFill>
              </a:rPr>
              <a:t>às necessidades especificadas pela </a:t>
            </a:r>
            <a:r>
              <a:rPr lang="pt-BR" b="1" dirty="0" smtClean="0">
                <a:solidFill>
                  <a:schemeClr val="tx1"/>
                </a:solidFill>
              </a:rPr>
              <a:t>cliente ?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Sim as necessidades dela foram atingidas sendo elas.</a:t>
            </a:r>
          </a:p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Uma comunicação objetiva e com pouco texto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smtClean="0">
                <a:solidFill>
                  <a:schemeClr val="tx1"/>
                </a:solidFill>
              </a:rPr>
              <a:t>, Divulgação dos seus serviços com ótimas imagens dos produtos oferecido.</a:t>
            </a:r>
          </a:p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Oferecendo um Serviço de e-commerce para seus clientes e consequentemente atingindo um público maior de pessoas ligadas ao mundo game e da tecnologia. </a:t>
            </a:r>
          </a:p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Criação de site do zero com divulgação das redes sociais, com fácil visualização do </a:t>
            </a:r>
            <a:r>
              <a:rPr lang="pt-BR" b="1" dirty="0" smtClean="0">
                <a:solidFill>
                  <a:schemeClr val="tx1"/>
                </a:solidFill>
              </a:rPr>
              <a:t>e-mail</a:t>
            </a:r>
            <a:r>
              <a:rPr lang="pt-BR" dirty="0" smtClean="0">
                <a:solidFill>
                  <a:schemeClr val="tx1"/>
                </a:solidFill>
              </a:rPr>
              <a:t>, </a:t>
            </a:r>
            <a:r>
              <a:rPr lang="pt-BR" b="1" dirty="0" smtClean="0">
                <a:solidFill>
                  <a:schemeClr val="tx1"/>
                </a:solidFill>
              </a:rPr>
              <a:t>telefone</a:t>
            </a:r>
            <a:r>
              <a:rPr lang="pt-BR" dirty="0" smtClean="0">
                <a:solidFill>
                  <a:schemeClr val="tx1"/>
                </a:solidFill>
              </a:rPr>
              <a:t> e </a:t>
            </a:r>
            <a:r>
              <a:rPr lang="pt-BR" b="1" dirty="0" smtClean="0">
                <a:solidFill>
                  <a:schemeClr val="tx1"/>
                </a:solidFill>
              </a:rPr>
              <a:t>localização</a:t>
            </a:r>
            <a:r>
              <a:rPr lang="pt-BR" dirty="0" smtClean="0">
                <a:solidFill>
                  <a:schemeClr val="tx1"/>
                </a:solidFill>
              </a:rPr>
              <a:t> da loja física para  oferecer maior confiança aos cliente pois uma loja virtual com um endereço real passa uma maior segurança para o cliente.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411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b="1" dirty="0">
                <a:solidFill>
                  <a:schemeClr val="tx1"/>
                </a:solidFill>
              </a:rPr>
              <a:t>A</a:t>
            </a:r>
            <a:r>
              <a:rPr lang="pt-BR" sz="3200" b="1" dirty="0" smtClean="0">
                <a:solidFill>
                  <a:schemeClr val="tx1"/>
                </a:solidFill>
              </a:rPr>
              <a:t>plicação </a:t>
            </a:r>
            <a:r>
              <a:rPr lang="pt-BR" sz="3200" b="1" dirty="0">
                <a:solidFill>
                  <a:schemeClr val="tx1"/>
                </a:solidFill>
              </a:rPr>
              <a:t>dos princípios de UX, UI e Design Interativo.</a:t>
            </a:r>
            <a:endParaRPr lang="pt-BR" sz="3200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tx1"/>
                </a:solidFill>
              </a:rPr>
              <a:t>O Site apresenta uma boa </a:t>
            </a:r>
            <a:r>
              <a:rPr lang="pt-BR" b="1" u="sng" dirty="0" smtClean="0">
                <a:solidFill>
                  <a:schemeClr val="tx1"/>
                </a:solidFill>
              </a:rPr>
              <a:t>usabilidade</a:t>
            </a:r>
            <a:r>
              <a:rPr lang="pt-BR" dirty="0" smtClean="0">
                <a:solidFill>
                  <a:schemeClr val="tx1"/>
                </a:solidFill>
              </a:rPr>
              <a:t> pois utilizar os mesmo padrões de site de e-commerce voltado para game, fazendo com que o usuários não tenha que aprender ,  pois o mesmo já esta familiarizado com algumas funções básicas.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tx1"/>
                </a:solidFill>
              </a:rPr>
              <a:t>A </a:t>
            </a:r>
            <a:r>
              <a:rPr lang="pt-BR" b="1" u="sng" dirty="0" smtClean="0">
                <a:solidFill>
                  <a:schemeClr val="tx1"/>
                </a:solidFill>
              </a:rPr>
              <a:t>funcionalidade</a:t>
            </a:r>
            <a:r>
              <a:rPr lang="pt-BR" dirty="0" smtClean="0">
                <a:solidFill>
                  <a:schemeClr val="tx1"/>
                </a:solidFill>
              </a:rPr>
              <a:t> do site atender as necessidade do usuários, pois possui uma navegação fluida, e com alguns cliques o usuários pode ir as páginas de interesse sem a necessidade de ficar repaginado páginas por páginas.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tx1"/>
                </a:solidFill>
              </a:rPr>
              <a:t>Pra </a:t>
            </a:r>
            <a:r>
              <a:rPr lang="pt-BR" dirty="0">
                <a:solidFill>
                  <a:schemeClr val="tx1"/>
                </a:solidFill>
              </a:rPr>
              <a:t>deixar o site mais compreensivo </a:t>
            </a:r>
            <a:r>
              <a:rPr lang="pt-BR" dirty="0" smtClean="0">
                <a:solidFill>
                  <a:schemeClr val="tx1"/>
                </a:solidFill>
              </a:rPr>
              <a:t>possível e</a:t>
            </a:r>
            <a:r>
              <a:rPr lang="pt-BR" b="1" dirty="0" smtClean="0">
                <a:solidFill>
                  <a:schemeClr val="tx1"/>
                </a:solidFill>
              </a:rPr>
              <a:t> </a:t>
            </a:r>
            <a:r>
              <a:rPr lang="pt-BR" b="1" u="sng" dirty="0" smtClean="0">
                <a:solidFill>
                  <a:schemeClr val="tx1"/>
                </a:solidFill>
              </a:rPr>
              <a:t>Intuitivo</a:t>
            </a:r>
            <a:r>
              <a:rPr lang="pt-BR" b="1" dirty="0" smtClean="0">
                <a:solidFill>
                  <a:schemeClr val="tx1"/>
                </a:solidFill>
              </a:rPr>
              <a:t> , </a:t>
            </a:r>
            <a:r>
              <a:rPr lang="pt-BR" dirty="0" smtClean="0">
                <a:solidFill>
                  <a:schemeClr val="tx1"/>
                </a:solidFill>
              </a:rPr>
              <a:t>foi utilizado ícones , fontes adequadas, imagens com boas resolução. </a:t>
            </a:r>
            <a:endParaRPr lang="pt-B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28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Dificuldades encontradas no desenvolvimento dos Protótipos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468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DESKTOP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4" name="Espaço Reservado para Conteúdo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762" y="1930400"/>
            <a:ext cx="4513811" cy="2539538"/>
          </a:xfrm>
        </p:spPr>
      </p:pic>
      <p:sp>
        <p:nvSpPr>
          <p:cNvPr id="5" name="Retângulo 4"/>
          <p:cNvSpPr/>
          <p:nvPr/>
        </p:nvSpPr>
        <p:spPr>
          <a:xfrm>
            <a:off x="7365076" y="1934556"/>
            <a:ext cx="2353503" cy="25353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00" dirty="0" smtClean="0"/>
              <a:t>Na</a:t>
            </a:r>
            <a:r>
              <a:rPr lang="pt-BR" sz="1000" dirty="0"/>
              <a:t> versão para </a:t>
            </a:r>
            <a:r>
              <a:rPr lang="pt-BR" sz="1000" b="1" dirty="0" smtClean="0"/>
              <a:t>DESKTOP</a:t>
            </a:r>
            <a:r>
              <a:rPr lang="pt-BR" sz="1000" dirty="0" smtClean="0"/>
              <a:t> a dificuldade foi deixar o site minimalista, por ter  uma resolução maior permite o desenvolvedor aplicar uma </a:t>
            </a:r>
            <a:r>
              <a:rPr lang="pt-BR" sz="1000" dirty="0" smtClean="0">
                <a:solidFill>
                  <a:schemeClr val="bg2"/>
                </a:solidFill>
              </a:rPr>
              <a:t>quantidades</a:t>
            </a:r>
            <a:r>
              <a:rPr lang="pt-BR" sz="1000" dirty="0" smtClean="0"/>
              <a:t> maior de recurso</a:t>
            </a:r>
          </a:p>
          <a:p>
            <a:r>
              <a:rPr lang="pt-BR" sz="1000" dirty="0" smtClean="0"/>
              <a:t>Como  ícones, imagem , textos e links. </a:t>
            </a:r>
            <a:endParaRPr lang="pt-BR" sz="1400" dirty="0" smtClean="0"/>
          </a:p>
        </p:txBody>
      </p:sp>
    </p:spTree>
    <p:extLst>
      <p:ext uri="{BB962C8B-B14F-4D97-AF65-F5344CB8AC3E}">
        <p14:creationId xmlns:p14="http://schemas.microsoft.com/office/powerpoint/2010/main" val="334002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507075"/>
            <a:ext cx="8517544" cy="1215505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TABLET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544" y="1722580"/>
            <a:ext cx="3379124" cy="253538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6841375" y="1722580"/>
            <a:ext cx="2353503" cy="25353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00" dirty="0" smtClean="0">
                <a:solidFill>
                  <a:schemeClr val="tx1"/>
                </a:solidFill>
              </a:rPr>
              <a:t>Na </a:t>
            </a:r>
            <a:r>
              <a:rPr lang="pt-BR" sz="1000" dirty="0">
                <a:solidFill>
                  <a:schemeClr val="tx1"/>
                </a:solidFill>
              </a:rPr>
              <a:t>versão para </a:t>
            </a:r>
            <a:r>
              <a:rPr lang="pt-BR" sz="1000" b="1" dirty="0" smtClean="0">
                <a:solidFill>
                  <a:schemeClr val="tx1"/>
                </a:solidFill>
              </a:rPr>
              <a:t>TABLET </a:t>
            </a:r>
            <a:r>
              <a:rPr lang="pt-BR" sz="1000" dirty="0" smtClean="0">
                <a:solidFill>
                  <a:schemeClr val="tx1"/>
                </a:solidFill>
              </a:rPr>
              <a:t>a dificuldade </a:t>
            </a:r>
            <a:r>
              <a:rPr lang="pt-BR" sz="1000" dirty="0">
                <a:solidFill>
                  <a:schemeClr val="tx1"/>
                </a:solidFill>
              </a:rPr>
              <a:t>foi deixar o site </a:t>
            </a:r>
            <a:r>
              <a:rPr lang="pt-BR" sz="1000" dirty="0" smtClean="0">
                <a:solidFill>
                  <a:schemeClr val="tx1"/>
                </a:solidFill>
              </a:rPr>
              <a:t>parecido com a versão de </a:t>
            </a:r>
            <a:r>
              <a:rPr lang="pt-BR" sz="1000" b="1" dirty="0" smtClean="0">
                <a:solidFill>
                  <a:schemeClr val="tx1"/>
                </a:solidFill>
              </a:rPr>
              <a:t>DESKTOP,</a:t>
            </a:r>
            <a:r>
              <a:rPr lang="pt-BR" sz="1000" dirty="0" smtClean="0">
                <a:solidFill>
                  <a:schemeClr val="tx1"/>
                </a:solidFill>
              </a:rPr>
              <a:t> com a diminuição da resolução o desenvolvedor tem que reduzir o tamanho de alguns recursos e mantendo os  </a:t>
            </a:r>
            <a:r>
              <a:rPr lang="pt-BR" sz="1000" b="1" dirty="0" smtClean="0">
                <a:solidFill>
                  <a:schemeClr val="tx1"/>
                </a:solidFill>
              </a:rPr>
              <a:t>legíveis</a:t>
            </a:r>
            <a:r>
              <a:rPr lang="pt-BR" sz="1000" dirty="0" smtClean="0">
                <a:solidFill>
                  <a:schemeClr val="tx1"/>
                </a:solidFill>
              </a:rPr>
              <a:t> como  </a:t>
            </a:r>
            <a:r>
              <a:rPr lang="pt-BR" sz="1000" dirty="0">
                <a:solidFill>
                  <a:schemeClr val="tx1"/>
                </a:solidFill>
              </a:rPr>
              <a:t>ícones, imagem , </a:t>
            </a:r>
            <a:r>
              <a:rPr lang="pt-BR" sz="1000" dirty="0" smtClean="0">
                <a:solidFill>
                  <a:schemeClr val="tx1"/>
                </a:solidFill>
              </a:rPr>
              <a:t>fontes de textos. </a:t>
            </a:r>
          </a:p>
          <a:p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12815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SMARTPHONE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305" y="1930400"/>
            <a:ext cx="2186725" cy="3881437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6494764" y="1930399"/>
            <a:ext cx="2353503" cy="38814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00" dirty="0" smtClean="0"/>
              <a:t>Talvez a maior dificuldade foi na versão </a:t>
            </a:r>
            <a:r>
              <a:rPr lang="pt-BR" sz="1000" dirty="0"/>
              <a:t>para </a:t>
            </a:r>
            <a:r>
              <a:rPr lang="pt-BR" sz="1000" b="1" dirty="0" smtClean="0"/>
              <a:t>SMARTPHONE</a:t>
            </a:r>
            <a:r>
              <a:rPr lang="pt-BR" sz="1000" dirty="0" smtClean="0"/>
              <a:t>, </a:t>
            </a:r>
            <a:r>
              <a:rPr lang="pt-BR" sz="1000" dirty="0"/>
              <a:t>por se tratar de uma resolução </a:t>
            </a:r>
            <a:r>
              <a:rPr lang="pt-BR" sz="1000" dirty="0" smtClean="0"/>
              <a:t>pequena, o desenvolvedor tem que reduzir ao máximo todos os recurso com fonte ,logo , imagens </a:t>
            </a:r>
            <a:r>
              <a:rPr lang="pt-BR" sz="1000" dirty="0"/>
              <a:t>e</a:t>
            </a:r>
            <a:r>
              <a:rPr lang="pt-BR" sz="1000" dirty="0" smtClean="0"/>
              <a:t> ícones. sem perde o conteúdo e a proposta do serviço que esta sendo oferecido. 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56593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195</TotalTime>
  <Words>362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Trebuchet MS</vt:lpstr>
      <vt:lpstr>Wingdings</vt:lpstr>
      <vt:lpstr>Wingdings 3</vt:lpstr>
      <vt:lpstr>Facetado</vt:lpstr>
      <vt:lpstr>Apresentação dos  protótipos</vt:lpstr>
      <vt:lpstr>Protótipos</vt:lpstr>
      <vt:lpstr>Atende às necessidades especificadas pela cliente ?</vt:lpstr>
      <vt:lpstr>Aplicação dos princípios de UX, UI e Design Interativo.</vt:lpstr>
      <vt:lpstr>Dificuldades encontradas no desenvolvimento dos Protótipos</vt:lpstr>
      <vt:lpstr>DESKTOP</vt:lpstr>
      <vt:lpstr>TABLET</vt:lpstr>
      <vt:lpstr>SMARTPHONE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David Santos</dc:creator>
  <cp:lastModifiedBy>David Santos</cp:lastModifiedBy>
  <cp:revision>19</cp:revision>
  <dcterms:created xsi:type="dcterms:W3CDTF">2021-09-30T15:30:29Z</dcterms:created>
  <dcterms:modified xsi:type="dcterms:W3CDTF">2021-10-01T18:18:00Z</dcterms:modified>
</cp:coreProperties>
</file>