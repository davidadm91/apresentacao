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2" r:id="rId1"/>
  </p:sldMasterIdLst>
  <p:sldIdLst>
    <p:sldId id="256" r:id="rId2"/>
    <p:sldId id="257" r:id="rId3"/>
    <p:sldId id="260" r:id="rId4"/>
    <p:sldId id="261" r:id="rId5"/>
    <p:sldId id="266" r:id="rId6"/>
    <p:sldId id="265" r:id="rId7"/>
    <p:sldId id="263" r:id="rId8"/>
    <p:sldId id="264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723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95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42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3649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55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4786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4339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5579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6830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839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5311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9837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37272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9128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38049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899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E94BF-B271-44C1-83E0-4EC3F7D7909B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A1C5AAF-77CF-4183-BC5D-DCC5BFCE3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6483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Apresentação dos </a:t>
            </a:r>
            <a:r>
              <a:rPr lang="pt-BR" b="1" dirty="0" smtClean="0">
                <a:solidFill>
                  <a:schemeClr val="tx1"/>
                </a:solidFill>
              </a:rPr>
              <a:t> </a:t>
            </a:r>
            <a:r>
              <a:rPr lang="pt-BR" b="1" dirty="0">
                <a:solidFill>
                  <a:schemeClr val="tx1"/>
                </a:solidFill>
              </a:rPr>
              <a:t>protótipos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743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Protótipos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8" name="Espaço Reservado para Conteúdo 7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2415829"/>
            <a:ext cx="4512000" cy="2538000"/>
          </a:xfr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811" y="2415829"/>
            <a:ext cx="3384000" cy="25380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288" y="2415829"/>
            <a:ext cx="1429200" cy="253683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677334" y="2019993"/>
            <a:ext cx="4512000" cy="32419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smtClean="0"/>
              <a:t>DESKTOP</a:t>
            </a:r>
            <a:endParaRPr lang="pt-BR" sz="1600" dirty="0"/>
          </a:p>
        </p:txBody>
      </p:sp>
      <p:sp>
        <p:nvSpPr>
          <p:cNvPr id="17" name="Retângulo 16"/>
          <p:cNvSpPr/>
          <p:nvPr/>
        </p:nvSpPr>
        <p:spPr>
          <a:xfrm>
            <a:off x="5272811" y="2019993"/>
            <a:ext cx="3384000" cy="32419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smtClean="0"/>
              <a:t>TABLET</a:t>
            </a:r>
            <a:endParaRPr lang="pt-BR" dirty="0"/>
          </a:p>
        </p:txBody>
      </p:sp>
      <p:sp>
        <p:nvSpPr>
          <p:cNvPr id="18" name="Retângulo 17"/>
          <p:cNvSpPr/>
          <p:nvPr/>
        </p:nvSpPr>
        <p:spPr>
          <a:xfrm>
            <a:off x="8788288" y="2019993"/>
            <a:ext cx="1429200" cy="32419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smtClean="0"/>
              <a:t>SMARTPHONE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426168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A</a:t>
            </a:r>
            <a:r>
              <a:rPr lang="pt-BR" b="1" dirty="0" smtClean="0">
                <a:solidFill>
                  <a:schemeClr val="tx1"/>
                </a:solidFill>
              </a:rPr>
              <a:t>tende </a:t>
            </a:r>
            <a:r>
              <a:rPr lang="pt-BR" b="1" dirty="0">
                <a:solidFill>
                  <a:schemeClr val="tx1"/>
                </a:solidFill>
              </a:rPr>
              <a:t>às necessidades especificadas pela </a:t>
            </a:r>
            <a:r>
              <a:rPr lang="pt-BR" b="1" dirty="0" smtClean="0">
                <a:solidFill>
                  <a:schemeClr val="tx1"/>
                </a:solidFill>
              </a:rPr>
              <a:t>cliente ?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6" name="Espaço Reservado para Conteúdo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>
                <a:solidFill>
                  <a:schemeClr val="tx1"/>
                </a:solidFill>
              </a:rPr>
              <a:t>P</a:t>
            </a:r>
            <a:r>
              <a:rPr lang="pt-BR" dirty="0" smtClean="0">
                <a:solidFill>
                  <a:schemeClr val="tx1"/>
                </a:solidFill>
              </a:rPr>
              <a:t>ara atende a necessidade da cliente foi feito um site do </a:t>
            </a:r>
            <a:r>
              <a:rPr lang="pt-BR" b="1" dirty="0" smtClean="0">
                <a:solidFill>
                  <a:schemeClr val="tx1"/>
                </a:solidFill>
              </a:rPr>
              <a:t>zero</a:t>
            </a:r>
            <a:r>
              <a:rPr lang="pt-BR" dirty="0" smtClean="0">
                <a:solidFill>
                  <a:schemeClr val="tx1"/>
                </a:solidFill>
              </a:rPr>
              <a:t>, pensando no </a:t>
            </a:r>
            <a:r>
              <a:rPr lang="pt-BR" b="1" dirty="0" smtClean="0">
                <a:solidFill>
                  <a:schemeClr val="tx1"/>
                </a:solidFill>
              </a:rPr>
              <a:t>público</a:t>
            </a:r>
            <a:r>
              <a:rPr lang="pt-BR" dirty="0" smtClean="0">
                <a:solidFill>
                  <a:schemeClr val="tx1"/>
                </a:solidFill>
              </a:rPr>
              <a:t> no qual ela deseja atingir e para atingir esse público foi utilizado mais </a:t>
            </a:r>
            <a:r>
              <a:rPr lang="pt-BR" b="1" dirty="0" smtClean="0">
                <a:solidFill>
                  <a:schemeClr val="tx1"/>
                </a:solidFill>
              </a:rPr>
              <a:t>imagens</a:t>
            </a:r>
            <a:r>
              <a:rPr lang="pt-BR" dirty="0" smtClean="0">
                <a:solidFill>
                  <a:schemeClr val="tx1"/>
                </a:solidFill>
              </a:rPr>
              <a:t> do que texto para fazer com que o usuário não perca tempo lendo informações desnecessárias para saber do que se tratar o serviço oferecido e também foi utilizada uma </a:t>
            </a:r>
            <a:r>
              <a:rPr lang="pt-BR" b="1" dirty="0" smtClean="0">
                <a:solidFill>
                  <a:schemeClr val="tx1"/>
                </a:solidFill>
              </a:rPr>
              <a:t>comunicação</a:t>
            </a:r>
            <a:r>
              <a:rPr lang="pt-BR" dirty="0" smtClean="0">
                <a:solidFill>
                  <a:schemeClr val="tx1"/>
                </a:solidFill>
              </a:rPr>
              <a:t> </a:t>
            </a:r>
            <a:r>
              <a:rPr lang="pt-BR" b="1" dirty="0" smtClean="0">
                <a:solidFill>
                  <a:schemeClr val="tx1"/>
                </a:solidFill>
              </a:rPr>
              <a:t>clara</a:t>
            </a:r>
            <a:r>
              <a:rPr lang="pt-BR" dirty="0" smtClean="0">
                <a:solidFill>
                  <a:schemeClr val="tx1"/>
                </a:solidFill>
              </a:rPr>
              <a:t> e </a:t>
            </a:r>
            <a:r>
              <a:rPr lang="pt-BR" b="1" dirty="0" smtClean="0">
                <a:solidFill>
                  <a:schemeClr val="tx1"/>
                </a:solidFill>
              </a:rPr>
              <a:t>objetiva</a:t>
            </a:r>
            <a:r>
              <a:rPr lang="pt-BR" dirty="0" smtClean="0">
                <a:solidFill>
                  <a:schemeClr val="tx1"/>
                </a:solidFill>
              </a:rPr>
              <a:t> e sem gírias (“</a:t>
            </a:r>
            <a:r>
              <a:rPr lang="pt-BR" dirty="0" smtClean="0">
                <a:solidFill>
                  <a:srgbClr val="0070C0"/>
                </a:solidFill>
              </a:rPr>
              <a:t>uma imagem vale mais que mil palavras</a:t>
            </a:r>
            <a:r>
              <a:rPr lang="pt-BR" dirty="0" smtClean="0">
                <a:solidFill>
                  <a:schemeClr val="tx1"/>
                </a:solidFill>
              </a:rPr>
              <a:t>”).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116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pt-BR" sz="3200" b="1" dirty="0">
                <a:solidFill>
                  <a:schemeClr val="tx1"/>
                </a:solidFill>
              </a:rPr>
              <a:t>A</a:t>
            </a:r>
            <a:r>
              <a:rPr lang="pt-BR" sz="3200" b="1" dirty="0" smtClean="0">
                <a:solidFill>
                  <a:schemeClr val="tx1"/>
                </a:solidFill>
              </a:rPr>
              <a:t>plicação </a:t>
            </a:r>
            <a:r>
              <a:rPr lang="pt-BR" sz="3200" b="1" dirty="0">
                <a:solidFill>
                  <a:schemeClr val="tx1"/>
                </a:solidFill>
              </a:rPr>
              <a:t>dos princípios de UX, UI e Design Interativo.</a:t>
            </a:r>
            <a:endParaRPr lang="pt-BR" sz="3200" dirty="0">
              <a:solidFill>
                <a:schemeClr val="tx1"/>
              </a:solidFill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chemeClr val="tx1"/>
                </a:solidFill>
              </a:rPr>
              <a:t>O Site apresenta uma boa </a:t>
            </a:r>
            <a:r>
              <a:rPr lang="pt-BR" b="1" u="sng" dirty="0">
                <a:solidFill>
                  <a:schemeClr val="tx1"/>
                </a:solidFill>
              </a:rPr>
              <a:t>U</a:t>
            </a:r>
            <a:r>
              <a:rPr lang="pt-BR" b="1" u="sng" dirty="0" smtClean="0">
                <a:solidFill>
                  <a:schemeClr val="tx1"/>
                </a:solidFill>
              </a:rPr>
              <a:t>sabilidade</a:t>
            </a:r>
            <a:r>
              <a:rPr lang="pt-BR" dirty="0" smtClean="0">
                <a:solidFill>
                  <a:schemeClr val="tx1"/>
                </a:solidFill>
              </a:rPr>
              <a:t> </a:t>
            </a:r>
            <a:r>
              <a:rPr lang="pt-BR" dirty="0" smtClean="0">
                <a:solidFill>
                  <a:schemeClr val="tx1"/>
                </a:solidFill>
              </a:rPr>
              <a:t>pois utilizar os mesmo padrões de site de e-commerce voltado para game, fazendo com que o usuários não tenha que aprender ,  pois o mesmo já esta familiarizado com algumas funções básicas.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chemeClr val="tx1"/>
                </a:solidFill>
              </a:rPr>
              <a:t>A </a:t>
            </a:r>
            <a:r>
              <a:rPr lang="pt-BR" b="1" u="sng" dirty="0">
                <a:solidFill>
                  <a:schemeClr val="tx1"/>
                </a:solidFill>
              </a:rPr>
              <a:t>F</a:t>
            </a:r>
            <a:r>
              <a:rPr lang="pt-BR" b="1" u="sng" dirty="0" smtClean="0">
                <a:solidFill>
                  <a:schemeClr val="tx1"/>
                </a:solidFill>
              </a:rPr>
              <a:t>uncionalidade</a:t>
            </a:r>
            <a:r>
              <a:rPr lang="pt-BR" dirty="0" smtClean="0">
                <a:solidFill>
                  <a:schemeClr val="tx1"/>
                </a:solidFill>
              </a:rPr>
              <a:t> </a:t>
            </a:r>
            <a:r>
              <a:rPr lang="pt-BR" dirty="0" smtClean="0">
                <a:solidFill>
                  <a:schemeClr val="tx1"/>
                </a:solidFill>
              </a:rPr>
              <a:t>do site atender as necessidade do usuários, pois possui uma navegação fluida, e com alguns cliques o usuários pode ir as páginas de interesse sem a necessidade de ficar repaginado páginas por páginas.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chemeClr val="tx1"/>
                </a:solidFill>
              </a:rPr>
              <a:t>Pra </a:t>
            </a:r>
            <a:r>
              <a:rPr lang="pt-BR" dirty="0">
                <a:solidFill>
                  <a:schemeClr val="tx1"/>
                </a:solidFill>
              </a:rPr>
              <a:t>deixar o site mais compreensivo </a:t>
            </a:r>
            <a:r>
              <a:rPr lang="pt-BR" dirty="0" smtClean="0">
                <a:solidFill>
                  <a:schemeClr val="tx1"/>
                </a:solidFill>
              </a:rPr>
              <a:t>possível e</a:t>
            </a:r>
            <a:r>
              <a:rPr lang="pt-BR" b="1" dirty="0" smtClean="0">
                <a:solidFill>
                  <a:schemeClr val="tx1"/>
                </a:solidFill>
              </a:rPr>
              <a:t> </a:t>
            </a:r>
            <a:r>
              <a:rPr lang="pt-BR" b="1" u="sng" dirty="0" smtClean="0">
                <a:solidFill>
                  <a:schemeClr val="tx1"/>
                </a:solidFill>
              </a:rPr>
              <a:t>I</a:t>
            </a:r>
            <a:r>
              <a:rPr lang="pt-BR" b="1" u="sng" dirty="0" smtClean="0">
                <a:solidFill>
                  <a:schemeClr val="tx1"/>
                </a:solidFill>
              </a:rPr>
              <a:t>ntuitivo</a:t>
            </a:r>
            <a:r>
              <a:rPr lang="pt-BR" b="1" dirty="0" smtClean="0">
                <a:solidFill>
                  <a:schemeClr val="tx1"/>
                </a:solidFill>
              </a:rPr>
              <a:t> </a:t>
            </a:r>
            <a:r>
              <a:rPr lang="pt-BR" b="1" dirty="0" smtClean="0">
                <a:solidFill>
                  <a:schemeClr val="tx1"/>
                </a:solidFill>
              </a:rPr>
              <a:t>, </a:t>
            </a:r>
            <a:r>
              <a:rPr lang="pt-BR" dirty="0" smtClean="0">
                <a:solidFill>
                  <a:schemeClr val="tx1"/>
                </a:solidFill>
              </a:rPr>
              <a:t>foi utilizado ícones , fontes adequadas, imagens com boas resolução. </a:t>
            </a:r>
            <a:endParaRPr lang="pt-BR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0288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Dificuldades encontradas no desenvolvimento dos Protótipos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77334" y="2892829"/>
            <a:ext cx="8596667" cy="2892829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pt-BR" b="1" dirty="0">
                <a:solidFill>
                  <a:schemeClr val="tx1"/>
                </a:solidFill>
              </a:rPr>
              <a:t>M</a:t>
            </a:r>
            <a:r>
              <a:rPr lang="pt-BR" b="1" dirty="0" smtClean="0">
                <a:solidFill>
                  <a:schemeClr val="tx1"/>
                </a:solidFill>
              </a:rPr>
              <a:t>inimalismo</a:t>
            </a:r>
            <a:endParaRPr lang="pt-BR" b="1" dirty="0">
              <a:solidFill>
                <a:schemeClr val="tx1"/>
              </a:solidFill>
            </a:endParaRPr>
          </a:p>
          <a:p>
            <a:pPr>
              <a:buFont typeface="+mj-lt"/>
              <a:buAutoNum type="arabicPeriod"/>
            </a:pPr>
            <a:r>
              <a:rPr lang="pt-BR" b="1" dirty="0" smtClean="0">
                <a:solidFill>
                  <a:schemeClr val="tx1"/>
                </a:solidFill>
              </a:rPr>
              <a:t>Legibilidade</a:t>
            </a:r>
          </a:p>
          <a:p>
            <a:pPr>
              <a:buFont typeface="+mj-lt"/>
              <a:buAutoNum type="arabicPeriod"/>
            </a:pPr>
            <a:r>
              <a:rPr lang="pt-BR" b="1" dirty="0">
                <a:solidFill>
                  <a:schemeClr val="tx1"/>
                </a:solidFill>
              </a:rPr>
              <a:t>E</a:t>
            </a:r>
            <a:r>
              <a:rPr lang="pt-BR" b="1" dirty="0" smtClean="0">
                <a:solidFill>
                  <a:schemeClr val="tx1"/>
                </a:solidFill>
              </a:rPr>
              <a:t>scalabilidade</a:t>
            </a:r>
            <a:endParaRPr lang="pt-BR" b="1" dirty="0" smtClean="0">
              <a:solidFill>
                <a:schemeClr val="tx1"/>
              </a:solidFill>
            </a:endParaRPr>
          </a:p>
          <a:p>
            <a:pPr>
              <a:buFont typeface="+mj-lt"/>
              <a:buAutoNum type="arabicPeriod"/>
            </a:pPr>
            <a:endParaRPr lang="pt-BR" dirty="0" smtClean="0"/>
          </a:p>
          <a:p>
            <a:pPr>
              <a:buFont typeface="+mj-lt"/>
              <a:buAutoNum type="arabicPeriod"/>
            </a:pPr>
            <a:endParaRPr lang="pt-BR" dirty="0" smtClean="0"/>
          </a:p>
          <a:p>
            <a:pPr>
              <a:buFont typeface="+mj-lt"/>
              <a:buAutoNum type="arabicPeriod"/>
            </a:pPr>
            <a:endParaRPr lang="pt-BR" dirty="0" smtClean="0"/>
          </a:p>
        </p:txBody>
      </p:sp>
    </p:spTree>
    <p:extLst>
      <p:ext uri="{BB962C8B-B14F-4D97-AF65-F5344CB8AC3E}">
        <p14:creationId xmlns:p14="http://schemas.microsoft.com/office/powerpoint/2010/main" val="1994689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DESKTOP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4" name="Espaço Reservado para Conteúdo 7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718" y="1872211"/>
            <a:ext cx="4513811" cy="2539538"/>
          </a:xfrm>
        </p:spPr>
      </p:pic>
      <p:sp>
        <p:nvSpPr>
          <p:cNvPr id="5" name="Retângulo 4"/>
          <p:cNvSpPr/>
          <p:nvPr/>
        </p:nvSpPr>
        <p:spPr>
          <a:xfrm>
            <a:off x="5968538" y="1872211"/>
            <a:ext cx="2353503" cy="25353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000" dirty="0" smtClean="0"/>
              <a:t>Na</a:t>
            </a:r>
            <a:r>
              <a:rPr lang="pt-BR" sz="1000" dirty="0"/>
              <a:t> versão para </a:t>
            </a:r>
            <a:r>
              <a:rPr lang="pt-BR" sz="1000" b="1" dirty="0" smtClean="0"/>
              <a:t>DESKTOP</a:t>
            </a:r>
            <a:r>
              <a:rPr lang="pt-BR" sz="1000" dirty="0" smtClean="0"/>
              <a:t> a dificuldade foi deixar o site minimalista, por ter  uma resolução maior permite o desenvolvedor aplicar uma </a:t>
            </a:r>
            <a:r>
              <a:rPr lang="pt-BR" sz="1000" b="1" dirty="0" smtClean="0">
                <a:solidFill>
                  <a:schemeClr val="tx1"/>
                </a:solidFill>
              </a:rPr>
              <a:t>quantidades</a:t>
            </a:r>
            <a:r>
              <a:rPr lang="pt-BR" sz="1000" dirty="0" smtClean="0"/>
              <a:t> maior de recurso</a:t>
            </a:r>
          </a:p>
          <a:p>
            <a:r>
              <a:rPr lang="pt-BR" sz="1000" dirty="0" smtClean="0"/>
              <a:t>Como  ícones, imagem , textos e links. </a:t>
            </a:r>
            <a:endParaRPr lang="pt-BR" sz="1400" dirty="0" smtClean="0"/>
          </a:p>
        </p:txBody>
      </p:sp>
    </p:spTree>
    <p:extLst>
      <p:ext uri="{BB962C8B-B14F-4D97-AF65-F5344CB8AC3E}">
        <p14:creationId xmlns:p14="http://schemas.microsoft.com/office/powerpoint/2010/main" val="3340026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77334" y="507075"/>
            <a:ext cx="8517544" cy="1215505"/>
          </a:xfrm>
        </p:spPr>
        <p:txBody>
          <a:bodyPr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TABLET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429" y="1722580"/>
            <a:ext cx="3379124" cy="2535382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5619403" y="1722580"/>
            <a:ext cx="2353503" cy="25353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000" dirty="0" smtClean="0">
                <a:solidFill>
                  <a:schemeClr val="tx1"/>
                </a:solidFill>
              </a:rPr>
              <a:t>Na </a:t>
            </a:r>
            <a:r>
              <a:rPr lang="pt-BR" sz="1000" dirty="0">
                <a:solidFill>
                  <a:schemeClr val="tx1"/>
                </a:solidFill>
              </a:rPr>
              <a:t>versão para </a:t>
            </a:r>
            <a:r>
              <a:rPr lang="pt-BR" sz="1000" b="1" dirty="0" smtClean="0">
                <a:solidFill>
                  <a:schemeClr val="tx1"/>
                </a:solidFill>
              </a:rPr>
              <a:t>TABLET </a:t>
            </a:r>
            <a:r>
              <a:rPr lang="pt-BR" sz="1000" dirty="0" smtClean="0">
                <a:solidFill>
                  <a:schemeClr val="tx1"/>
                </a:solidFill>
              </a:rPr>
              <a:t>a dificuldade </a:t>
            </a:r>
            <a:r>
              <a:rPr lang="pt-BR" sz="1000" dirty="0">
                <a:solidFill>
                  <a:schemeClr val="tx1"/>
                </a:solidFill>
              </a:rPr>
              <a:t>foi deixar o site </a:t>
            </a:r>
            <a:r>
              <a:rPr lang="pt-BR" sz="1000" dirty="0" smtClean="0">
                <a:solidFill>
                  <a:schemeClr val="tx1"/>
                </a:solidFill>
              </a:rPr>
              <a:t>parecido com a versão de </a:t>
            </a:r>
            <a:r>
              <a:rPr lang="pt-BR" sz="1000" b="1" dirty="0" smtClean="0">
                <a:solidFill>
                  <a:schemeClr val="tx1"/>
                </a:solidFill>
              </a:rPr>
              <a:t>DESKTOP,</a:t>
            </a:r>
            <a:r>
              <a:rPr lang="pt-BR" sz="1000" dirty="0" smtClean="0">
                <a:solidFill>
                  <a:schemeClr val="tx1"/>
                </a:solidFill>
              </a:rPr>
              <a:t> com a diminuição da resolução o desenvolvedor tem que reduzir o tamanho de alguns recursos e mantendo os  </a:t>
            </a:r>
            <a:r>
              <a:rPr lang="pt-BR" sz="1000" b="1" dirty="0" smtClean="0">
                <a:solidFill>
                  <a:schemeClr val="tx1"/>
                </a:solidFill>
              </a:rPr>
              <a:t>legíveis</a:t>
            </a:r>
            <a:r>
              <a:rPr lang="pt-BR" sz="1000" dirty="0" smtClean="0">
                <a:solidFill>
                  <a:schemeClr val="tx1"/>
                </a:solidFill>
              </a:rPr>
              <a:t> como  </a:t>
            </a:r>
            <a:r>
              <a:rPr lang="pt-BR" sz="1000" dirty="0">
                <a:solidFill>
                  <a:schemeClr val="tx1"/>
                </a:solidFill>
              </a:rPr>
              <a:t>ícones, imagem , </a:t>
            </a:r>
            <a:r>
              <a:rPr lang="pt-BR" sz="1000" dirty="0" smtClean="0">
                <a:solidFill>
                  <a:schemeClr val="tx1"/>
                </a:solidFill>
              </a:rPr>
              <a:t>fontes de textos. </a:t>
            </a:r>
          </a:p>
          <a:p>
            <a:endParaRPr lang="pt-BR" sz="1000" dirty="0"/>
          </a:p>
        </p:txBody>
      </p:sp>
    </p:spTree>
    <p:extLst>
      <p:ext uri="{BB962C8B-B14F-4D97-AF65-F5344CB8AC3E}">
        <p14:creationId xmlns:p14="http://schemas.microsoft.com/office/powerpoint/2010/main" val="1128154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SMARTPHONE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1898" y="1930390"/>
            <a:ext cx="2186725" cy="3881437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5534953" y="1930391"/>
            <a:ext cx="2353503" cy="3881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000" dirty="0" smtClean="0"/>
              <a:t>Talvez a maior dificuldade foi na versão </a:t>
            </a:r>
            <a:r>
              <a:rPr lang="pt-BR" sz="1000" dirty="0"/>
              <a:t>para </a:t>
            </a:r>
            <a:r>
              <a:rPr lang="pt-BR" sz="1000" b="1" dirty="0" smtClean="0"/>
              <a:t>SMARTPHONE</a:t>
            </a:r>
            <a:r>
              <a:rPr lang="pt-BR" sz="1000" dirty="0" smtClean="0"/>
              <a:t>, </a:t>
            </a:r>
            <a:r>
              <a:rPr lang="pt-BR" sz="1000" dirty="0"/>
              <a:t>por se tratar de uma resolução </a:t>
            </a:r>
            <a:r>
              <a:rPr lang="pt-BR" sz="1000" dirty="0" smtClean="0"/>
              <a:t>pequena, o desenvolvedor tem que reduzir ao máximo todos os recurso com fonte ,logo , imagens </a:t>
            </a:r>
            <a:r>
              <a:rPr lang="pt-BR" sz="1000" dirty="0"/>
              <a:t>e</a:t>
            </a:r>
            <a:r>
              <a:rPr lang="pt-BR" sz="1000" dirty="0" smtClean="0"/>
              <a:t> ícones. sem perde o conteúdo e a proposta do serviço que esta sendo oferecido. 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65932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261</TotalTime>
  <Words>343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Trebuchet MS</vt:lpstr>
      <vt:lpstr>Wingdings</vt:lpstr>
      <vt:lpstr>Wingdings 3</vt:lpstr>
      <vt:lpstr>Facetado</vt:lpstr>
      <vt:lpstr>Apresentação dos  protótipos</vt:lpstr>
      <vt:lpstr>Protótipos</vt:lpstr>
      <vt:lpstr>Atende às necessidades especificadas pela cliente ?</vt:lpstr>
      <vt:lpstr>Aplicação dos princípios de UX, UI e Design Interativo.</vt:lpstr>
      <vt:lpstr>Dificuldades encontradas no desenvolvimento dos Protótipos</vt:lpstr>
      <vt:lpstr>DESKTOP</vt:lpstr>
      <vt:lpstr>TABLET</vt:lpstr>
      <vt:lpstr>SMARTPHONE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David Santos</dc:creator>
  <cp:lastModifiedBy>David Santos</cp:lastModifiedBy>
  <cp:revision>27</cp:revision>
  <dcterms:created xsi:type="dcterms:W3CDTF">2021-09-30T15:30:29Z</dcterms:created>
  <dcterms:modified xsi:type="dcterms:W3CDTF">2021-10-02T17:06:42Z</dcterms:modified>
</cp:coreProperties>
</file>